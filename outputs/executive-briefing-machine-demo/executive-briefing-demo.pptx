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2a2b92f7c94efe" /><Relationship Type="http://schemas.openxmlformats.org/officeDocument/2006/relationships/extended-properties" Target="/docProps/app.xml" Id="R50820b567e164071" /><Relationship Type="http://schemas.openxmlformats.org/officeDocument/2006/relationships/officeDocument" Target="/ppt/presentation.xml" Id="Rdefd86dde9284b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ca1e50f3b9c450a"/>
  </p:sldMasterIdLst>
  <p:notesMasterIdLst>
    <p:notesMasterId xmlns:r="http://schemas.openxmlformats.org/officeDocument/2006/relationships" r:id="Rda70233070ed4911"/>
  </p:notesMasterIdLst>
  <p:sldIdLst>
    <p:sldId xmlns:r="http://schemas.openxmlformats.org/officeDocument/2006/relationships" id="256" r:id="R3fd0bb8570514357"/>
    <p:sldId xmlns:r="http://schemas.openxmlformats.org/officeDocument/2006/relationships" id="257" r:id="Reb1b5a4b0c184247"/>
    <p:sldId xmlns:r="http://schemas.openxmlformats.org/officeDocument/2006/relationships" id="258" r:id="R5b750097f718491a"/>
    <p:sldId xmlns:r="http://schemas.openxmlformats.org/officeDocument/2006/relationships" id="259" r:id="R327b621d7de147dd"/>
    <p:sldId xmlns:r="http://schemas.openxmlformats.org/officeDocument/2006/relationships" id="260" r:id="Rbbbbff25977846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1e50f3b9c450a" /><Relationship Type="http://schemas.openxmlformats.org/officeDocument/2006/relationships/theme" Target="/ppt/theme/theme1.xml" Id="Raf36df4c63384352" /><Relationship Type="http://schemas.openxmlformats.org/officeDocument/2006/relationships/notesMaster" Target="/ppt/notesMasters/notesMaster1.xml" Id="Rda70233070ed4911" /><Relationship Type="http://schemas.openxmlformats.org/officeDocument/2006/relationships/presProps" Target="/ppt/presProps.xml" Id="R7da079f5b1ad49de" /><Relationship Type="http://schemas.openxmlformats.org/officeDocument/2006/relationships/viewProps" Target="/ppt/viewProps.xml" Id="R4b0ade2dad4a4499" /><Relationship Type="http://schemas.openxmlformats.org/officeDocument/2006/relationships/tableStyles" Target="/ppt/tableStyles.xml" Id="R869c9305f0e44b12" /><Relationship Type="http://schemas.openxmlformats.org/officeDocument/2006/relationships/slide" Target="/ppt/slides/slide1.xml" Id="R3fd0bb8570514357" /><Relationship Type="http://schemas.openxmlformats.org/officeDocument/2006/relationships/slide" Target="/ppt/slides/slide2.xml" Id="Reb1b5a4b0c184247" /><Relationship Type="http://schemas.openxmlformats.org/officeDocument/2006/relationships/slide" Target="/ppt/slides/slide3.xml" Id="R5b750097f718491a" /><Relationship Type="http://schemas.openxmlformats.org/officeDocument/2006/relationships/slide" Target="/ppt/slides/slide4.xml" Id="R327b621d7de147dd" /><Relationship Type="http://schemas.openxmlformats.org/officeDocument/2006/relationships/slide" Target="/ppt/slides/slide5.xml" Id="Rbbbbff25977846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49e5a6cff4245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59686cea5b4a2d" /><Relationship Type="http://schemas.openxmlformats.org/officeDocument/2006/relationships/notesMaster" Target="/ppt/notesMasters/notesMaster1.xml" Id="Rbceb98ed4e0d45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7d09b84a2340a7" /><Relationship Type="http://schemas.openxmlformats.org/officeDocument/2006/relationships/notesMaster" Target="/ppt/notesMasters/notesMaster1.xml" Id="R33b7ef098ea94a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2e0a188e94895" /><Relationship Type="http://schemas.openxmlformats.org/officeDocument/2006/relationships/notesMaster" Target="/ppt/notesMasters/notesMaster1.xml" Id="R1d53005a508349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25c83d99664f79" /><Relationship Type="http://schemas.openxmlformats.org/officeDocument/2006/relationships/notesMaster" Target="/ppt/notesMasters/notesMaster1.xml" Id="Ra5cc2e8bd8064d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0eb56c224a45c4" /><Relationship Type="http://schemas.openxmlformats.org/officeDocument/2006/relationships/notesMaster" Target="/ppt/notesMasters/notesMaster1.xml" Id="Rda1a53ecb7b940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231752654d432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60E4A545-9052-477D-B94C-83F3B294F169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8F115DB5-0B9D-43AC-AA07-E0F211BCB9B3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CDE38-8651-48E3-8350-5156A88AA953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728AFD-3D1C-45F2-9839-84A899DC48F4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6a0836d00d34677" /><Relationship Type="http://schemas.openxmlformats.org/officeDocument/2006/relationships/slideLayout" Target="/ppt/slideLayouts/slideLayout2.xml" Id="R3251e724ac8742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32D2B9-C7D2-4DF5-B315-985EC445FA21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51e724ac8742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6bff1c5b9b4258" /><Relationship Type="http://schemas.openxmlformats.org/officeDocument/2006/relationships/notesSlide" Target="/ppt/notesSlides/notesSlide1.xml" Id="R0158b38e757c4c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b3b009db6540b0" /><Relationship Type="http://schemas.openxmlformats.org/officeDocument/2006/relationships/notesSlide" Target="/ppt/notesSlides/notesSlide2.xml" Id="Rb1fadff6a38644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9cd59f345f4b9a" /><Relationship Type="http://schemas.openxmlformats.org/officeDocument/2006/relationships/chart" Target="/ppt/slides/charts/chart1.xml" Id="R0cf22714a784402c" /><Relationship Type="http://schemas.openxmlformats.org/officeDocument/2006/relationships/notesSlide" Target="/ppt/notesSlides/notesSlide3.xml" Id="Ra634323198284b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435ea660c24bc4" /><Relationship Type="http://schemas.openxmlformats.org/officeDocument/2006/relationships/notesSlide" Target="/ppt/notesSlides/notesSlide4.xml" Id="R47e27eab2abc41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06d7792c204f4f" /><Relationship Type="http://schemas.openxmlformats.org/officeDocument/2006/relationships/notesSlide" Target="/ppt/notesSlides/notesSlide5.xml" Id="R7338e333a8274791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ARR and Qualified Pipeline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0F172A"/>
              </a:solidFill>
              <a:latin typeface="Poppins"/>
              <a:ea typeface="Poppins"/>
              <a:cs typeface="Poppins"/>
            </a:defRPr>
          </a:pPr>
        </a:p>
      </c:txPr>
    </c:title>
    <c:autoTitleDeleted val="0"/>
    <c:view3D/>
    <c:plotArea>
      <c:layout/>
      <c:lineChart>
        <c:grouping val="standard"/>
        <c:varyColors val="0"/>
        <c:ser>
          <c:idx val="0"/>
          <c:order val="0"/>
          <c:tx>
            <c:v>ARR ($k)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1420</c:v>
              </c:pt>
              <c:pt idx="1">
                <c:v>1465</c:v>
              </c:pt>
              <c:pt idx="2">
                <c:v>1510</c:v>
              </c:pt>
              <c:pt idx="3">
                <c:v>1568</c:v>
              </c:pt>
              <c:pt idx="4">
                <c:v>1624</c:v>
              </c:pt>
              <c:pt idx="5">
                <c:v>1688</c:v>
              </c:pt>
            </c:numLit>
          </c:val>
          <c:smooth val="0"/>
        </c:ser>
        <c:ser>
          <c:idx val="1"/>
          <c:order val="1"/>
          <c:tx>
            <c:v>Qualified Pipeline ($k)</c:v>
          </c:tx>
          <c:spPr>
            <a:solidFill xmlns:a="http://schemas.openxmlformats.org/drawingml/2006/main">
              <a:srgbClr val="0F766E"/>
            </a:solidFill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980</c:v>
              </c:pt>
              <c:pt idx="1">
                <c:v>1020</c:v>
              </c:pt>
              <c:pt idx="2">
                <c:v>1085</c:v>
              </c:pt>
              <c:pt idx="3">
                <c:v>1175</c:v>
              </c:pt>
              <c:pt idx="4">
                <c:v>1250</c:v>
              </c:pt>
              <c:pt idx="5">
                <c:v>1335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Lato"/>
              <a:ea typeface="Lato"/>
              <a:cs typeface="Lato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D772FE-EA7C-43BD-8FDC-9061F515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C7D4E-FBF1-4D7E-96D7-4F65074A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7A50DD-AD20-4733-99BB-0B09FA2E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3820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0F172A"/>
                </a:solidFill>
              </a:rPr>
              <a:t>Executive Briefing Machine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2665C-4F7C-4DB5-A877-898DE6DE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334155"/>
                </a:solidFill>
              </a:rPr>
              <a:t>Growth and efficiency improved this month, with reliability still the main watch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4C589-976D-4C02-9F65-E088C6C3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E1AC2-6A96-4400-98EC-398BFD41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5D5F2-C884-47E6-A1E6-AA5E6357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989052-D092-415C-A73B-E3FF997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May 2026 to Jun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Generated from sample Slack, GitHub, KPI, and leadership-note inputs.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B8C03-6F5E-425B-8B0A-76016F71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2815B-DE39-4084-A27A-E63287A9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D25EA2-0739-4396-A5D8-E04CE525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Operating readout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BF8A7F-AD57-4FEE-8DEB-3F13D228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080B6-4297-4C0E-86F5-158E7E13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8549C-6E4C-4D75-BA15-89C39ED1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0B77C-0938-4E24-9DB7-9B3DA9FD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Watch 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725D0-3E4D-44D1-81F1-1FA54927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086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</p:spTree>
    <p:extLst>
      <p:ext uri="{BB962C8B-B14F-4D97-AF65-F5344CB8AC3E}">
        <p14:creationId xmlns:p14="http://schemas.microsoft.com/office/powerpoint/2010/main" val="16766402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4629E2-DF60-441F-8BD3-F35F3D13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EDF0A-2690-48CE-A573-62E9259A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B616B-4B54-409C-96B1-EC709CA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KPI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7AFBC-642B-462B-A753-2D36E76B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3B261-FE8A-474A-9D8A-7DFD2B17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9DC8B-D192-4753-BE7F-0FB6430D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ARR: $1688k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49073-4F8F-4552-AE10-EB4F39BF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+64k vs last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B118AB-F206-463E-9B10-8AC32E68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E935C-0E31-42FF-A185-CE559231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49F18-C227-460C-8A21-4F1E917A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Qualified Pipeline: $1335k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ECF9D-283C-42AF-A89B-BE8B865D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+85k vs last month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D9A73-9DCE-4AB8-B089-C989D036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91DD6E-7C25-4BE2-9194-220DE057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1FEA7E-D89E-4BC0-9AF3-50335F77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Net Burn: $226k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FFE740-9B81-4905-A068-458A05AE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-5k vs last month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650684-3E9A-48AB-9D53-33F4685E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394BA-F7E7-4574-A7BF-00996D40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EBF56F-8905-490A-A060-0E6E4CD7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NRR: 114%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46C98-EE62-4F68-B4BA-3BCA9735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pts vs last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CA7696-0EDF-4ECB-9731-0508C27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C4E75A-0C1E-4DB4-8817-7B84AA16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0724BA-B00D-4FD7-9D4C-6A2B760B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Sev-1 Incidents: 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2D6A9E-4FF6-4699-AD77-1D94910B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+1 incident improvement</a:t>
            </a:r>
          </a:p>
        </p:txBody>
      </p:sp>
    </p:spTree>
    <p:extLst>
      <p:ext uri="{BB962C8B-B14F-4D97-AF65-F5344CB8AC3E}">
        <p14:creationId xmlns:p14="http://schemas.microsoft.com/office/powerpoint/2010/main" val="36956251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D51F3-3157-4617-863D-0D2B215E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87DE9-5798-4FC8-9210-0BD1243C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B58E4-C9E2-46CD-A242-9BF4BC2D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Growth and pipeline trend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C90D1-4BF5-4E1B-9469-7B3FF960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333750" cy="4476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2EA76-6F34-433B-A3C4-26A8CF65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A7495-5C67-4BB2-A79A-5092B0A9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046F2-7700-43B8-AEB6-F43BE35A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908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$1688k and qualified pipeline rose to $1335k, keeping the Q3 growth story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$226k and NRR moved to 114%, which supports the efficiency narrative leadership wants to maintain.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risk remains mobile reliability and enterprise deal friction around security review turnaround.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476750" y="1428750"/>
          <a:ext xmlns:a="http://schemas.openxmlformats.org/drawingml/2006/main" cx="6667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f22714a784402c"/>
          </a:graphicData>
        </a:graphic>
      </p:graphicFrame>
    </p:spTree>
    <p:extLst>
      <p:ext uri="{BB962C8B-B14F-4D97-AF65-F5344CB8AC3E}">
        <p14:creationId xmlns:p14="http://schemas.microsoft.com/office/powerpoint/2010/main" val="1985067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E3FF4-099C-4445-8AB3-FAB20067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664D2-39F0-4EBA-81B2-F5B5D960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3511A4-ED56-49B1-BBC0-5BF01D29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Highlights and risks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A51CA-D4DC-4C6A-BB6D-4B427D95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0C6EA-7615-4D7D-BF4C-E0AC4343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B7640-FAF9-4834-A2F1-D2F02B5F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Highlights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A397A-A328-467D-80A6-AEC98416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Growth team rolled out the onboarding checklist experiment to 40% of new workspaces and activation improved by 6 percentage points in the pilot group.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Northstar expanded to an annual plan, adding $48k ARR after the joint sales and success push closed this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Self-serve analytics export shipped to general availability after the final rollout guardrails cleared.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09CAB2-0FA6-4D76-921B-3852B0EE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B249E-86E2-4224-A847-BCABE9D0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7C500-EA6E-4EC9-80C5-3D8E0C55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7CE73-2533-4D0A-B1E3-6EA3504E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Two enterprise deals are blocked on security questionnaire turnaround and legal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The iOS 3.12 release introduced a crash regression affecting 4.7% of mobile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The mobile crash regression fix is still waiting on final QA signoff.</a:t>
            </a:r>
          </a:p>
        </p:txBody>
      </p:sp>
    </p:spTree>
    <p:extLst>
      <p:ext uri="{BB962C8B-B14F-4D97-AF65-F5344CB8AC3E}">
        <p14:creationId xmlns:p14="http://schemas.microsoft.com/office/powerpoint/2010/main" val="18308085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A25663-28C7-4899-833E-A1FF244700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57180-32F3-4F84-999E-E8D72B50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1BDF0-3DC9-4A81-9F5C-09CBC630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46012-054D-4239-AC91-D6137742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Immediate asks and next-week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067CA4-E58F-4FA5-B0E4-5899FC18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3D53C-61EA-4393-B815-7EEAA54C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32905-5CA2-49EB-8736-614E7A19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Immediate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8F8E6-613E-4DFC-B467-735C9452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Approve short-term legal support for enterprise security reviews.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Prioritize the mobile crash hotfix ahead of lower-priority roadmap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The board will care most about whether enterprise pipeline supports the Q3 revenue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4. Keep net burn under $230k while continuing to invest in product reliability.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3EA78-EEDE-474A-AC57-8552EEC3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95771-5741-4EDB-B12D-118BD3C4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9CC77-D251-4D6C-8DBF-F2DD98FA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Next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02E83-15FF-40E0-BFAD-55160944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Close the mobile crash hotfix and confirm session stability returns to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Unblock enterprise security reviews with legal support and tighter turnaround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board-facing messaging anchored in pipeline credibility, burn discipline, and enterprise readiness.</a:t>
            </a:r>
          </a:p>
        </p:txBody>
      </p:sp>
    </p:spTree>
    <p:extLst>
      <p:ext uri="{BB962C8B-B14F-4D97-AF65-F5344CB8AC3E}">
        <p14:creationId xmlns:p14="http://schemas.microsoft.com/office/powerpoint/2010/main" val="190686683"/>
      </p:ext>
    </p:extLst>
  </p:cSld>
</p:sld>
</file>

<file path=ppt/theme/theme1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2026-04-17T15:09:53.7130000Z</dcterms:created>
  <dcterms:modified xsi:type="dcterms:W3CDTF">2026-04-17T15:09:53.7130000Z</dcterms:modified>
</coreProperties>
</file>